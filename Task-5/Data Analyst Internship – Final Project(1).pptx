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282" r:id="rId7"/>
    <p:sldId id="314" r:id="rId8"/>
    <p:sldId id="318" r:id="rId9"/>
    <p:sldId id="320" r:id="rId10"/>
    <p:sldId id="319" r:id="rId11"/>
    <p:sldId id="321" r:id="rId12"/>
    <p:sldId id="323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C75C-90EB-27DC-869D-F1A2B8933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7AA24-0B57-783D-9605-688A62E74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CE6E8-F31D-C72E-0DB7-525003D4D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892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D5CD9-1ADE-2CAF-5A84-D431E516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5ED8D-C889-3DE6-8F3C-5045F4E52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5C98E-B902-8B0A-B1F4-F7F9760D0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826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4024-DFF8-FB83-8934-7E8045AF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21162-A358-125C-61BF-7C22B24AE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880B0-3167-E5EE-F594-D166B99DE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189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05228-E21B-5F24-840A-A55CC0D3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41305-DB68-646D-FA23-918CBD39C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39E8B-B74F-FFA6-5483-B46D1097B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89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iabac.org/blog/measuring-social-impact-with-data-analytic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iabac.org/blog/measuring-social-impact-with-data-analytic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iabac.org/blog/measuring-social-impact-with-data-analytic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Data Analyst Internship – Final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351EE-FE0E-C2EA-4833-B573172B2682}"/>
              </a:ext>
            </a:extLst>
          </p:cNvPr>
          <p:cNvSpPr txBox="1"/>
          <p:nvPr/>
        </p:nvSpPr>
        <p:spPr>
          <a:xfrm>
            <a:off x="4970206" y="5482663"/>
            <a:ext cx="2251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dirty="0"/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Apply data analysis concepts learned during the internship.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Work on real-world datasets.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Build a complete project portfolio.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Tasks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440681"/>
            <a:ext cx="7965460" cy="3497698"/>
          </a:xfrm>
        </p:spPr>
        <p:txBody>
          <a:bodyPr/>
          <a:lstStyle/>
          <a:p>
            <a:r>
              <a:rPr lang="en-IN" dirty="0"/>
              <a:t>Task 1: Data Exploration</a:t>
            </a:r>
          </a:p>
          <a:p>
            <a:r>
              <a:rPr lang="en-IN" dirty="0"/>
              <a:t>Task 2: Data Visualization</a:t>
            </a:r>
          </a:p>
          <a:p>
            <a:r>
              <a:rPr lang="en-IN" dirty="0"/>
              <a:t>Task 3: Dashboard Development</a:t>
            </a:r>
          </a:p>
          <a:p>
            <a:r>
              <a:rPr lang="en-US" dirty="0"/>
              <a:t>Task 4: Data Analysis (Hypothesis Testing)</a:t>
            </a:r>
          </a:p>
          <a:p>
            <a:r>
              <a:rPr lang="en-IN" dirty="0"/>
              <a:t>Task 5: Portfolio Creation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2410" y="928688"/>
            <a:ext cx="7043617" cy="1130173"/>
          </a:xfrm>
        </p:spPr>
        <p:txBody>
          <a:bodyPr/>
          <a:lstStyle/>
          <a:p>
            <a:r>
              <a:rPr lang="en-US" dirty="0"/>
              <a:t>DASHBOARD VISUALIZATIONS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6133C5-17DF-5A72-08BE-3551C87114B9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rcRect t="2903"/>
          <a:stretch>
            <a:fillRect/>
          </a:stretch>
        </p:blipFill>
        <p:spPr>
          <a:xfrm>
            <a:off x="3932904" y="2497394"/>
            <a:ext cx="3628104" cy="30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250912-3574-549D-C7EB-36952A95A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616" y="2497394"/>
            <a:ext cx="3923071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78F4566-74BF-1652-DD5E-60B554BBBEA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9088" t="3678" r="19088"/>
          <a:stretch>
            <a:fillRect/>
          </a:stretch>
        </p:blipFill>
        <p:spPr>
          <a:xfrm>
            <a:off x="8989454" y="3429000"/>
            <a:ext cx="3202546" cy="345281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WORK DONE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Performed data cleaning and preprocessing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Conducted exploratory data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visualizations and charts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Built an interactive dashboard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Applied hypothesis testing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62749-AA7A-6009-2CED-8F9B0B2DDAB6}"/>
              </a:ext>
            </a:extLst>
          </p:cNvPr>
          <p:cNvSpPr txBox="1"/>
          <p:nvPr/>
        </p:nvSpPr>
        <p:spPr>
          <a:xfrm>
            <a:off x="8989454" y="6858000"/>
            <a:ext cx="32025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iabac.org/blog/measuring-social-impact-with-data-analytics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4E17-775C-09D6-5F43-642BF65E1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407C-1D96-F0DC-B970-E0E348810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Tools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D44E1-FCDD-C586-BB88-0259B79EA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440681"/>
            <a:ext cx="7965460" cy="3497698"/>
          </a:xfrm>
        </p:spPr>
        <p:txBody>
          <a:bodyPr/>
          <a:lstStyle/>
          <a:p>
            <a:r>
              <a:rPr lang="en-IN" dirty="0"/>
              <a:t>Python (Pandas, NumPy)</a:t>
            </a:r>
          </a:p>
          <a:p>
            <a:r>
              <a:rPr lang="en-IN" dirty="0"/>
              <a:t>Excel / Power BI</a:t>
            </a:r>
          </a:p>
          <a:p>
            <a:r>
              <a:rPr lang="en-IN" dirty="0"/>
              <a:t>Data Visualization Techniques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6B44143-B829-7F7B-1D1D-CE939B55BB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4C48D-8794-2E68-D158-7D9CC40E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E142AF7-9438-9F94-0413-6FCBFEACCF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9088" t="3678" r="19088"/>
          <a:stretch>
            <a:fillRect/>
          </a:stretch>
        </p:blipFill>
        <p:spPr>
          <a:xfrm>
            <a:off x="8989454" y="3429000"/>
            <a:ext cx="3202546" cy="345281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4E2FEAA-96F1-5DFC-52E3-6ABBA7FD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IN" dirty="0"/>
              <a:t>Key Learnings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7EB68-5B75-CC43-00BB-02AE0CE8425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Importance of data cleaning.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Visualization improves insights.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Understanding real-world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Analytical thinking and problem solving.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68973F-AB7B-8571-7885-EAF23111F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684986-943C-FA52-4961-00B6BB713D1B}"/>
              </a:ext>
            </a:extLst>
          </p:cNvPr>
          <p:cNvSpPr txBox="1"/>
          <p:nvPr/>
        </p:nvSpPr>
        <p:spPr>
          <a:xfrm>
            <a:off x="8989454" y="6858000"/>
            <a:ext cx="32025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iabac.org/blog/measuring-social-impact-with-data-analytics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791154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4E06A-4873-7E8F-707D-2B2C06D95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BB11-77B8-8443-8AD9-5205A6EF8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Final 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34C8C-B41F-5582-C98D-2D83EF1D7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440681"/>
            <a:ext cx="7965460" cy="3497698"/>
          </a:xfrm>
        </p:spPr>
        <p:txBody>
          <a:bodyPr/>
          <a:lstStyle/>
          <a:p>
            <a:r>
              <a:rPr lang="en-US" dirty="0"/>
              <a:t>Completed all 5 tasks</a:t>
            </a:r>
          </a:p>
          <a:p>
            <a:r>
              <a:rPr lang="en-US" dirty="0"/>
              <a:t>Developed a structured GitHub portfolio</a:t>
            </a:r>
          </a:p>
          <a:p>
            <a:r>
              <a:rPr lang="en-US" dirty="0"/>
              <a:t>Gained practical data analysis experience</a:t>
            </a:r>
          </a:p>
          <a:p>
            <a:r>
              <a:rPr lang="en-US" dirty="0"/>
              <a:t>Created and published GitHub portfolio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BCD7FEE-E14F-69BB-6AA5-73250B77D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5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E603A-EA83-F0F9-3671-7153F60F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C6929AE-4146-6588-46E3-2692F2A0281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9088" t="3678" r="19088"/>
          <a:stretch>
            <a:fillRect/>
          </a:stretch>
        </p:blipFill>
        <p:spPr>
          <a:xfrm>
            <a:off x="8989454" y="3429000"/>
            <a:ext cx="3202546" cy="345281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307783-B040-789E-3C5B-CE3815D1A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1001C-ABCA-EEA9-82D6-8A4D23E3090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Internship enhanced technical skills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Improved confidence in data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Prepared for real-world projects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B4DA56-0C4D-4A32-3382-1529423C6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FFA41D-35B6-AB49-0A0B-87989162D3CC}"/>
              </a:ext>
            </a:extLst>
          </p:cNvPr>
          <p:cNvSpPr txBox="1"/>
          <p:nvPr/>
        </p:nvSpPr>
        <p:spPr>
          <a:xfrm>
            <a:off x="8989454" y="6858000"/>
            <a:ext cx="32025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iabac.org/blog/measuring-social-impact-with-data-analytics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53519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Devyani Vishwas Khandat</a:t>
            </a:r>
          </a:p>
          <a:p>
            <a:r>
              <a:rPr lang="en-US" dirty="0"/>
              <a:t>Email: khandatdevyani02@gmail.com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{5A3F4AB4-36D5-425D-91DE-75B222337DD6}TF8a9b5915-b8c7-461e-8cdd-693d48b5e32371f7b7e2_win32-4bf0b9a2ea37</Template>
  <TotalTime>49</TotalTime>
  <Words>207</Words>
  <Application>Microsoft Office PowerPoint</Application>
  <PresentationFormat>Widescreen</PresentationFormat>
  <Paragraphs>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Data Analyst Internship – Final Project</vt:lpstr>
      <vt:lpstr>Objective</vt:lpstr>
      <vt:lpstr>Tasks Overview</vt:lpstr>
      <vt:lpstr>DASHBOARD VISUALIZATIONS</vt:lpstr>
      <vt:lpstr>WORK DONE</vt:lpstr>
      <vt:lpstr>Tools Used</vt:lpstr>
      <vt:lpstr>Key Learnings</vt:lpstr>
      <vt:lpstr>Final Outcome</vt:lpstr>
      <vt:lpstr>Conclusion</vt:lpstr>
      <vt:lpstr>Thank 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Devyani Khandat</dc:creator>
  <cp:lastModifiedBy>Devyani Khandat</cp:lastModifiedBy>
  <cp:revision>2</cp:revision>
  <dcterms:created xsi:type="dcterms:W3CDTF">2026-03-28T01:46:14Z</dcterms:created>
  <dcterms:modified xsi:type="dcterms:W3CDTF">2026-03-28T02:37:07Z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